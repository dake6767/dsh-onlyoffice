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bin" ContentType="application/vnd.openxmlformats-officedocument.oleObject"/>
  <Default Extension="rels" ContentType="application/vnd.openxmlformats-package.relationships+xml"/>
  <Default Extension="wmf" ContentType="image/x-wmf"/>
  <Default Extension="jpeg" ContentType="image/jpeg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F315AC-7B7B-485A-1004-270B3CDD20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735819-044B-BCCC-1276-B1F8508BAA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46919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359849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170691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2852855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72907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1789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121607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26986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11746894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16895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25373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70815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99132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5856418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47160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8569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254635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52695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04949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7428036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88740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5945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0637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422778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622719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9518414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072750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96810506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21863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5823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719753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86995748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035866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46603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91563797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005078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8624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779739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69090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28885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3037096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46499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62930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40665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5715824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47883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5163728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3219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8080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939609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68046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20382584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86359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08163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463921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2887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11304369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40585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345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81233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453616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10/21/2026</a:t>
            </a:fld>
            <a:endParaRPr lang="en-US"/>
          </a:p>
        </p:txBody>
      </p:sp>
      <p:sp>
        <p:nvSpPr>
          <p:cNvPr id="1850616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5091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2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81863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OnlyOffice in DSH Sidebar</a:t>
            </a:r>
            <a:endParaRPr/>
          </a:p>
        </p:txBody>
      </p:sp>
      <p:sp>
        <p:nvSpPr>
          <p:cNvPr id="76124165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docx / xlsx / pptx 在侧栏内直接打开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838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纯前端静态 SDK</a:t>
            </a:r>
            <a:endParaRPr/>
          </a:p>
        </p:txBody>
      </p:sp>
      <p:sp>
        <p:nvSpPr>
          <p:cNvPr id="31119065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无需 OnlyOffice Document Server</a:t>
            </a:r>
            <a:endParaRPr/>
          </a:p>
          <a:p>
            <a:pPr>
              <a:defRPr/>
            </a:pPr>
            <a:r>
              <a:rPr/>
              <a:t>静态资源由插件 Host 路由代理并缓存</a:t>
            </a:r>
            <a:endParaRPr/>
          </a:p>
          <a:p>
            <a:pPr>
              <a:defRPr/>
            </a:pPr>
            <a:r>
              <a:rPr/>
              <a:t>x2t 在浏览器 Worker 内完成格式转换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导出 / 只读切换 / 主题跟随 DSH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ONLYOFFICE/2.5.565.0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</cp:lastModifiedBy>
  <cp:revision>2</cp:revision>
  <dcterms:created xsi:type="dcterms:W3CDTF">2013-01-27T09:14:16Z</dcterms:created>
  <dcterms:modified xsi:type="dcterms:W3CDTF">2026-10-21T09:07:29Z</dcterms:modified>
  <cp:category/>
</cp:coreProperties>
</file>